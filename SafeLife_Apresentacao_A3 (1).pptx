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081130"/>
          </a:solidFill>
          <a:ln/>
        </p:spPr>
      </p:sp>
      <p:pic>
        <p:nvPicPr>
          <p:cNvPr id="3" name="Image 0" descr="assets/cover_ph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777240"/>
            <a:ext cx="3520440" cy="5303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83880" y="777240"/>
            <a:ext cx="3520440" cy="5303520"/>
          </a:xfrm>
          <a:prstGeom prst="roundRect">
            <a:avLst>
              <a:gd name="adj" fmla="val 3636"/>
            </a:avLst>
          </a:prstGeom>
          <a:ln w="15875">
            <a:solidFill>
              <a:srgbClr val="3A5C9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27080" y="5257800"/>
            <a:ext cx="566928" cy="566928"/>
          </a:xfrm>
          <a:prstGeom prst="ellipse">
            <a:avLst/>
          </a:prstGeom>
          <a:solidFill>
            <a:srgbClr val="FF475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2708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1000" dirty="0"/>
          </a:p>
        </p:txBody>
      </p:sp>
      <p:pic>
        <p:nvPicPr>
          <p:cNvPr id="7" name="Image 1" descr="asset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566928" cy="5577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7315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SafeLife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77240" y="1874520"/>
            <a:ext cx="676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de Segurança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Emergência Pessoal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777240" y="3611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toque para pedir ajuda quando cada segundo importa.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4343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A3</a:t>
            </a:r>
            <a:pPr indent="0" marL="0">
              <a:buNone/>
            </a:pPr>
            <a:r>
              <a:rPr lang="en-US" sz="125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Análise e Desenvolvimento de Sistemas   ·   Universidade São Judas   ·   São Paulo, 2026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72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77240" y="52303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Baptistella Gonçalves</a:t>
            </a:r>
            <a:pPr indent="0" marL="0">
              <a:buNone/>
            </a:pPr>
            <a:r>
              <a:rPr lang="en-US" sz="1000" dirty="0">
                <a:solidFill>
                  <a:srgbClr val="86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 4147595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77240" y="55046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Gatti Dias e Silva</a:t>
            </a:r>
            <a:pPr indent="0" marL="0">
              <a:buNone/>
            </a:pPr>
            <a:r>
              <a:rPr lang="en-US" sz="1000" dirty="0">
                <a:solidFill>
                  <a:srgbClr val="86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 824125546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" y="57790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Prieto Lima</a:t>
            </a:r>
            <a:pPr indent="0" marL="0">
              <a:buNone/>
            </a:pPr>
            <a:r>
              <a:rPr lang="en-US" sz="1000" dirty="0">
                <a:solidFill>
                  <a:srgbClr val="86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 824142064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77240" y="60533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Luiz da Silva</a:t>
            </a:r>
            <a:pPr indent="0" marL="0">
              <a:buNone/>
            </a:pPr>
            <a:r>
              <a:rPr lang="en-US" sz="1000" dirty="0">
                <a:solidFill>
                  <a:srgbClr val="86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 82420546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77240" y="63276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Henrique da Costa e Silva</a:t>
            </a:r>
            <a:pPr indent="0" marL="0">
              <a:buNone/>
            </a:pPr>
            <a:r>
              <a:rPr lang="en-US" sz="1000" dirty="0">
                <a:solidFill>
                  <a:srgbClr val="86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 2410661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SafeLife existe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nasceu na disciplina de Inovação, Sustentabilidade e Competitividade Empresarial, com um objetivo claro: usar a tecnologia para ajudar pessoas em situações de risco.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3154680"/>
            <a:ext cx="6217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A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3465576"/>
            <a:ext cx="603504" cy="603504"/>
          </a:xfrm>
          <a:prstGeom prst="ellipse">
            <a:avLst/>
          </a:prstGeom>
          <a:solidFill>
            <a:srgbClr val="FFECEE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7" name="Image 0" descr="assets/ic_triangle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361645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33192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Violência urbana em alta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368503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aumento dos casos de violência nas cidades expõe as pessoas a situações de perigo cada vez mais frequentes.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4572000"/>
            <a:ext cx="6217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A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4882896"/>
            <a:ext cx="603504" cy="603504"/>
          </a:xfrm>
          <a:prstGeom prst="ellipse">
            <a:avLst/>
          </a:prstGeom>
          <a:solidFill>
            <a:srgbClr val="FFECEE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12" name="Image 1" descr="assets/ic_bol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503377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47365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uma resposta rápida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510235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emergência, falta uma forma simples e imediata de acionar ajuda — antes que seja tarde demais.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635240" y="868680"/>
            <a:ext cx="3794760" cy="5074920"/>
          </a:xfrm>
          <a:prstGeom prst="roundRect">
            <a:avLst>
              <a:gd name="adj" fmla="val 3855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77800" dist="63500" dir="5400000">
              <a:srgbClr val="0E1A40">
                <a:alpha val="22000"/>
              </a:srgbClr>
            </a:outerShdw>
          </a:effectLst>
        </p:spPr>
      </p:sp>
      <p:pic>
        <p:nvPicPr>
          <p:cNvPr id="16" name="Image 2" descr="assets/street_nigh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18120" y="1051560"/>
            <a:ext cx="3429000" cy="41605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818120" y="1051560"/>
            <a:ext cx="3429000" cy="4160520"/>
          </a:xfrm>
          <a:prstGeom prst="roundRect">
            <a:avLst>
              <a:gd name="adj" fmla="val 2133"/>
            </a:avLst>
          </a:prstGeom>
          <a:ln w="12700">
            <a:solidFill>
              <a:srgbClr val="23335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818120" y="52852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“Muitas pessoas se sentem inseguras ao sair sozinhas, principalmente à noite.”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 </a:t>
            </a:r>
            <a:pPr algn="l"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Gatti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072865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3794760" cy="5074920"/>
          </a:xfrm>
          <a:prstGeom prst="roundRect">
            <a:avLst>
              <a:gd name="adj" fmla="val 3855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77800" dist="63500" dir="5400000">
              <a:srgbClr val="0E1A40">
                <a:alpha val="22000"/>
              </a:srgbClr>
            </a:outerShdw>
          </a:effectLst>
        </p:spPr>
      </p:sp>
      <p:pic>
        <p:nvPicPr>
          <p:cNvPr id="3" name="Image 0" descr="assets/person_n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051560"/>
            <a:ext cx="342900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0120" y="1051560"/>
            <a:ext cx="3429000" cy="3291840"/>
          </a:xfrm>
          <a:prstGeom prst="roundRect">
            <a:avLst>
              <a:gd name="adj" fmla="val 2222"/>
            </a:avLst>
          </a:prstGeom>
          <a:ln w="12700">
            <a:solidFill>
              <a:srgbClr val="2333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34440" y="4526280"/>
            <a:ext cx="640080" cy="640080"/>
          </a:xfrm>
          <a:prstGeom prst="ellipse">
            <a:avLst/>
          </a:prstGeom>
          <a:solidFill>
            <a:srgbClr val="FF4757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6" name="Image 1" descr="assets/ic_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262" y="4699102"/>
            <a:ext cx="294437" cy="2944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11680" y="45537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pesquisa revelou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749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PESQUISA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74920" y="9601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central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5074920" y="1828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dificuldade de pedir ajuda durante uma situação de perigo.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74920" y="2788920"/>
            <a:ext cx="566928" cy="566928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12" name="Image 2" descr="assets/ic_phoneslas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93065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52160" y="274320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medo e no pânico, nem sempre dá para ligar ou enviar uma mensagem explicando o que acontece.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074920" y="3749040"/>
            <a:ext cx="566928" cy="566928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15" name="Image 3" descr="assets/ic_moo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890772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852160" y="370332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pessoas se sentem inseguras ao sair sozinhas, principalmente à noite.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074920" y="4709160"/>
            <a:ext cx="566928" cy="566928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18" name="Image 4" descr="assets/ic_bol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850892"/>
            <a:ext cx="283464" cy="2834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52160" y="4663440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uma ferramenta simples, rápida e acessível para acionar ajuda imediatamente.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 </a:t>
            </a:r>
            <a:pPr algn="l"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Baptistella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1072865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VALIDAÇÃO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as pessoas nos disseram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Realizamos entrevistas com diferentes pessoas para validar a ideia. O resultado confirmou uma preocupação real com a segurança pessoal — e que a maioria usaria um aplicativo como o SafeLife.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34015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A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3081528"/>
            <a:ext cx="658368" cy="658368"/>
          </a:xfrm>
          <a:prstGeom prst="ellipse">
            <a:avLst/>
          </a:prstGeom>
          <a:solidFill>
            <a:srgbClr val="FFECEE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7" name="Image 0" descr="assets/ic_shield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461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381304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segurança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69848" y="412394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direto da sensação de proteção no dia a dia.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25696" y="2788920"/>
            <a:ext cx="34015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A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8304" y="3081528"/>
            <a:ext cx="658368" cy="658368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12" name="Image 1" descr="assets/ic_stopwat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32461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8304" y="381304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mais rápida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18304" y="412394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tempo de reação em situações de emergência.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74152" y="2788920"/>
            <a:ext cx="34015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A4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3081528"/>
            <a:ext cx="658368" cy="658368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17" name="Image 2" descr="assets/ic_commen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324612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81304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fácil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366760" y="412394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imediato com familiares e pessoas de confiança.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77240" y="4983480"/>
            <a:ext cx="10597896" cy="1051560"/>
          </a:xfrm>
          <a:prstGeom prst="roundRect">
            <a:avLst>
              <a:gd name="adj" fmla="val 8696"/>
            </a:avLst>
          </a:prstGeom>
          <a:solidFill>
            <a:srgbClr val="0E1A40"/>
          </a:solidFill>
          <a:ln/>
        </p:spPr>
      </p:sp>
      <p:sp>
        <p:nvSpPr>
          <p:cNvPr id="21" name="Shape 16"/>
          <p:cNvSpPr/>
          <p:nvPr/>
        </p:nvSpPr>
        <p:spPr>
          <a:xfrm>
            <a:off x="1051560" y="5202936"/>
            <a:ext cx="603504" cy="603504"/>
          </a:xfrm>
          <a:prstGeom prst="ellipse">
            <a:avLst/>
          </a:prstGeom>
          <a:solidFill>
            <a:srgbClr val="152347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22" name="Image 3" descr="assets/ic_check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348" y="5338724"/>
            <a:ext cx="331927" cy="33192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74520" y="498348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valorizado pelos entrevistados: 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localização em tempo real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silencioso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 </a:t>
            </a:r>
            <a:pPr algn="l"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Prieto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072865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 APLICATIVO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SafeLife funciona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pessoal na palma da mão — pensada para ser acionada em segundos.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340156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1A4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2633472"/>
            <a:ext cx="603504" cy="603504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7" name="Image 0" descr="assets/ic_han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48" y="2784348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963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emergência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83080" y="28620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 socorro com apenas um toque.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25696" y="2331720"/>
            <a:ext cx="340156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1A4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2633472"/>
            <a:ext cx="603504" cy="603504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12" name="Image 1" descr="assets/ic_locati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784348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1536" y="24963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em tempo real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31536" y="28620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 onde você está, ao vivo.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" y="3703320"/>
            <a:ext cx="340156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1A4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33272" y="4005072"/>
            <a:ext cx="603504" cy="603504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17" name="Image 2" descr="assets/ic_contact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" y="4155948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3867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de confiança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783080" y="4233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quem será avisado na hora.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425696" y="3703320"/>
            <a:ext cx="340156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1A40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81728" y="4005072"/>
            <a:ext cx="603504" cy="603504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22" name="Image 3" descr="assets/ic_bel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4155948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31536" y="3867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431536" y="4233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imediato de avisos de emergência.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77240" y="5074920"/>
            <a:ext cx="340156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1A40">
                <a:alpha val="9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33272" y="5376672"/>
            <a:ext cx="603504" cy="603504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27" name="Image 4" descr="assets/ic_mut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148" y="5527548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83080" y="52395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silencioso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1783080" y="56052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ajuda sem alertar o agressor.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425696" y="5074920"/>
            <a:ext cx="340156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1A40">
                <a:alpha val="9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81728" y="5376672"/>
            <a:ext cx="603504" cy="603504"/>
          </a:xfrm>
          <a:prstGeom prst="ellipse">
            <a:avLst/>
          </a:prstGeom>
          <a:solidFill>
            <a:srgbClr val="E7ECF9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32" name="Image 5" descr="assets/ic_history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604" y="5527548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31536" y="52395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ocorrências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5431536" y="56052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eventos e integração futura.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8183880" y="2331720"/>
            <a:ext cx="3200400" cy="2990088"/>
          </a:xfrm>
          <a:prstGeom prst="roundRect">
            <a:avLst>
              <a:gd name="adj" fmla="val 4281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52400" dist="50800" dir="5400000">
              <a:srgbClr val="0E1A40">
                <a:alpha val="20000"/>
              </a:srgbClr>
            </a:outerShdw>
          </a:effectLst>
        </p:spPr>
      </p:sp>
      <p:pic>
        <p:nvPicPr>
          <p:cNvPr id="36" name="Image 6" descr="assets/feature_phone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339328" y="2487168"/>
            <a:ext cx="2889504" cy="224028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339328" y="2487168"/>
            <a:ext cx="2889504" cy="2240280"/>
          </a:xfrm>
          <a:prstGeom prst="roundRect">
            <a:avLst>
              <a:gd name="adj" fmla="val 2857"/>
            </a:avLst>
          </a:prstGeom>
          <a:ln w="12700">
            <a:solidFill>
              <a:srgbClr val="23335E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339328" y="480060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7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 e simplicidade no acionamento do socorro.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 </a:t>
            </a:r>
            <a:pPr algn="l"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Henrique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1072865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CONCLUSÃO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a serviço</a:t>
            </a:r>
            <a:endParaRPr lang="en-US" sz="3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proteção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SafeLife une tecnologia e inovação para resolver um problema presente no dia a dia da população: oferecer uma forma rápida, simples e acessível de pedir ajuda quando realmente for necessário.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QUE GUIARAM O PROJETO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4069080"/>
            <a:ext cx="186537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63500" dist="12700" dir="5400000">
              <a:srgbClr val="0E1A4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40690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25496" y="4069080"/>
            <a:ext cx="97657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63500" dist="12700" dir="5400000">
              <a:srgbClr val="0E1A4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25496" y="4069080"/>
            <a:ext cx="976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84955" y="4069080"/>
            <a:ext cx="77906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63500" dist="12700" dir="5400000">
              <a:srgbClr val="0E1A4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84955" y="4069080"/>
            <a:ext cx="7790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46904" y="4069080"/>
            <a:ext cx="77906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63500" dist="12700" dir="5400000">
              <a:srgbClr val="0E1A4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46904" y="4069080"/>
            <a:ext cx="7790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5W2H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08853" y="4069080"/>
            <a:ext cx="1470355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63500" dist="12700" dir="5400000">
              <a:srgbClr val="0E1A4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08853" y="4069080"/>
            <a:ext cx="1470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98348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0E1A4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4128" y="5193792"/>
            <a:ext cx="585216" cy="585216"/>
          </a:xfrm>
          <a:prstGeom prst="ellipse">
            <a:avLst/>
          </a:prstGeom>
          <a:solidFill>
            <a:srgbClr val="152347"/>
          </a:solidFill>
          <a:ln/>
          <a:effectLst>
            <a:outerShdw sx="100000" sy="100000" kx="0" ky="0" algn="bl" rotWithShape="0" blurRad="88900" dist="25400" dir="5400000">
              <a:srgbClr val="0E1A40">
                <a:alpha val="18000"/>
              </a:srgbClr>
            </a:outerShdw>
          </a:effectLst>
        </p:spPr>
      </p:sp>
      <p:pic>
        <p:nvPicPr>
          <p:cNvPr id="18" name="Image 0" descr="assets/ic_shield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5325466"/>
            <a:ext cx="321869" cy="32186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28800" y="4983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7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real para contribuir com a segurança e o bem-estar das pessoas em situações de risco.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772400" y="1234440"/>
            <a:ext cx="3657600" cy="3657600"/>
          </a:xfrm>
          <a:prstGeom prst="ellipse">
            <a:avLst/>
          </a:prstGeom>
          <a:solidFill>
            <a:srgbClr val="0E1A40"/>
          </a:solidFill>
          <a:ln/>
          <a:effectLst>
            <a:outerShdw sx="100000" sy="100000" kx="0" ky="0" algn="bl" rotWithShape="0" blurRad="203200" dist="63500" dir="5400000">
              <a:srgbClr val="0E1A40">
                <a:alpha val="25000"/>
              </a:srgbClr>
            </a:outerShdw>
          </a:effectLst>
        </p:spPr>
      </p:sp>
      <p:pic>
        <p:nvPicPr>
          <p:cNvPr id="21" name="Image 1" descr="assets/app_mock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344168"/>
            <a:ext cx="3438144" cy="3438144"/>
          </a:xfrm>
          <a:prstGeom prst="ellipse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589520" y="5074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SafeLife — impactando milhares de vidas.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 </a:t>
            </a:r>
            <a:pPr algn="l"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Luiz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072865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A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081130"/>
          </a:solidFill>
          <a:ln/>
        </p:spPr>
      </p:sp>
      <p:pic>
        <p:nvPicPr>
          <p:cNvPr id="3" name="Image 0" descr="assets/app_mockup_c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868680"/>
            <a:ext cx="352044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83880" y="868680"/>
            <a:ext cx="3520440" cy="5120640"/>
          </a:xfrm>
          <a:prstGeom prst="roundRect">
            <a:avLst>
              <a:gd name="adj" fmla="val 3636"/>
            </a:avLst>
          </a:prstGeom>
          <a:ln w="15875">
            <a:solidFill>
              <a:srgbClr val="3A5C9E"/>
            </a:solidFill>
            <a:prstDash val="solid"/>
          </a:ln>
        </p:spPr>
      </p:sp>
      <p:pic>
        <p:nvPicPr>
          <p:cNvPr id="5" name="Image 1" descr="asset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713232" cy="7040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AGRADECIMENTOS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49808" y="2194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777240" y="34290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5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SafeLife nasceu com o propósito de usar a tecnologia para promover mais segurança e proteção às pessoas.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77240" y="42976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agradecimento ao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Callveti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à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São Judas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todos que contribuíram para a realização deste trabalho.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77240" y="5440680"/>
            <a:ext cx="6400800" cy="0"/>
          </a:xfrm>
          <a:prstGeom prst="line">
            <a:avLst/>
          </a:prstGeom>
          <a:noFill/>
          <a:ln w="12700">
            <a:solidFill>
              <a:srgbClr val="2636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56235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 ·  Felipe  ·  Gabriel  ·  João Luiz  ·  Matheus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59893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à disposição para perguntas.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SafeLife — Segurança e Emergência Pessoal</dc:title>
  <dc:subject>PptxGenJS Presentation</dc:subject>
  <dc:creator>Grupo SafeLife</dc:creator>
  <cp:lastModifiedBy>Grupo SafeLife</cp:lastModifiedBy>
  <cp:revision>1</cp:revision>
  <dcterms:created xsi:type="dcterms:W3CDTF">2026-06-12T20:23:48Z</dcterms:created>
  <dcterms:modified xsi:type="dcterms:W3CDTF">2026-06-12T20:23:48Z</dcterms:modified>
</cp:coreProperties>
</file>